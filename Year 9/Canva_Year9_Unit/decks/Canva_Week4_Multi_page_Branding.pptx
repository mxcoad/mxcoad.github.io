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4: Capstone: Invent a Brand. Core design idea: Repetition &amp; Consistency. This is a 50-minute, computer-based lesson on Canva. Class is new to Canva in Week 1; skills build across the four weeks.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0" y="91440"/>
            <a:ext cx="3383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4F46E5">
                    <a:alpha val="3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 DESIGN UNIT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· Multi-page &amp; Branding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6949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Capstone: Invent a Brand</a:t>
            </a:r>
            <a:endParaRPr lang="en-US" sz="5000" dirty="0"/>
          </a:p>
        </p:txBody>
      </p:sp>
      <p:sp>
        <p:nvSpPr>
          <p:cNvPr id="6" name="Shape 4"/>
          <p:cNvSpPr/>
          <p:nvPr/>
        </p:nvSpPr>
        <p:spPr>
          <a:xfrm>
            <a:off x="548640" y="3977640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97764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9 Computing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566160" y="397764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7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idea:  Repetition &amp; Consistency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lesson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you will be able to: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82496"/>
            <a:ext cx="237744" cy="2377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591056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simple brand: name, logo, colours and fonts</a:t>
            </a:r>
            <a:endParaRPr lang="en-US" sz="15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432304"/>
            <a:ext cx="237744" cy="2377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400" y="234086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leaflet across more than one page</a:t>
            </a:r>
            <a:endParaRPr lang="en-US" sz="15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182112"/>
            <a:ext cx="237744" cy="23774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14400" y="309067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your design consistent on every page</a:t>
            </a:r>
            <a:endParaRPr lang="en-US" sz="1500" dirty="0"/>
          </a:p>
        </p:txBody>
      </p:sp>
      <p:sp>
        <p:nvSpPr>
          <p:cNvPr id="10" name="Shape 5"/>
          <p:cNvSpPr/>
          <p:nvPr/>
        </p:nvSpPr>
        <p:spPr>
          <a:xfrm>
            <a:off x="5486400" y="1143000"/>
            <a:ext cx="3108960" cy="3383280"/>
          </a:xfrm>
          <a:prstGeom prst="roundRect">
            <a:avLst>
              <a:gd name="adj" fmla="val 3529"/>
            </a:avLst>
          </a:prstGeom>
          <a:solidFill>
            <a:srgbClr val="F5F3FF"/>
          </a:solidFill>
          <a:ln/>
          <a:effectLst>
            <a:outerShdw sx="100000" sy="100000" kx="0" ky="0" algn="bl" rotWithShape="0" blurRad="88900" dist="25400" dir="5400000">
              <a:srgbClr val="1E1B4B">
                <a:alpha val="16000"/>
              </a:srgbClr>
            </a:outerShdw>
          </a:effectLst>
        </p:spPr>
      </p:sp>
      <p:sp>
        <p:nvSpPr>
          <p:cNvPr id="11" name="Text 6"/>
          <p:cNvSpPr/>
          <p:nvPr/>
        </p:nvSpPr>
        <p:spPr>
          <a:xfrm>
            <a:off x="5760720" y="13258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hour runs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5779008" y="178308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592" y="1883664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382512" y="17647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6382512" y="20208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5779008" y="2450592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9592" y="2551176"/>
            <a:ext cx="256032" cy="25603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382512" y="243230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skills</a:t>
            </a:r>
            <a:endParaRPr lang="en-US" sz="1400" dirty="0"/>
          </a:p>
        </p:txBody>
      </p:sp>
      <p:sp>
        <p:nvSpPr>
          <p:cNvPr id="19" name="Text 12"/>
          <p:cNvSpPr/>
          <p:nvPr/>
        </p:nvSpPr>
        <p:spPr>
          <a:xfrm>
            <a:off x="6382512" y="26883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5779008" y="3118104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9592" y="3218688"/>
            <a:ext cx="256032" cy="25603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382512" y="309981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task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6382512" y="33558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200" dirty="0"/>
          </a:p>
        </p:txBody>
      </p:sp>
      <p:sp>
        <p:nvSpPr>
          <p:cNvPr id="24" name="Shape 16"/>
          <p:cNvSpPr/>
          <p:nvPr/>
        </p:nvSpPr>
        <p:spPr>
          <a:xfrm>
            <a:off x="5779008" y="3785616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79592" y="3886200"/>
            <a:ext cx="256032" cy="25603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382512" y="376732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Plenary</a:t>
            </a:r>
            <a:endParaRPr lang="en-US" sz="1400" dirty="0"/>
          </a:p>
        </p:txBody>
      </p:sp>
      <p:sp>
        <p:nvSpPr>
          <p:cNvPr id="27" name="Text 18"/>
          <p:cNvSpPr/>
          <p:nvPr/>
        </p:nvSpPr>
        <p:spPr>
          <a:xfrm>
            <a:off x="6382512" y="40233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· 5 MIN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brand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8046720" cy="2651760"/>
          </a:xfrm>
          <a:prstGeom prst="roundRect">
            <a:avLst>
              <a:gd name="adj" fmla="val 4138"/>
            </a:avLst>
          </a:prstGeom>
          <a:solidFill>
            <a:srgbClr val="E8E7FB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11680"/>
            <a:ext cx="822960" cy="82296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22199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1920240"/>
            <a:ext cx="6309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3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logos and colours on the board — can you name the brands? What makes a brand instantly recognisable? (Hint: it’s about doing the same things every time.)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SKILLS · 10 MIN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brand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164592" cy="164592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/>
          <p:nvPr/>
        </p:nvSpPr>
        <p:spPr>
          <a:xfrm>
            <a:off x="896112" y="1472184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brand = a name, a simple logo, 2–3 colours and 1–2 fonts.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377440"/>
            <a:ext cx="164592" cy="164592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2221992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logo from text plus a shape or icon.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3127248"/>
            <a:ext cx="164592" cy="164592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" y="297180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pages with the + button below your page.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66928" y="3877056"/>
            <a:ext cx="164592" cy="164592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3721608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the SAME colours and fonts on every page.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0" y="1463040"/>
            <a:ext cx="3108960" cy="3017520"/>
          </a:xfrm>
          <a:prstGeom prst="roundRect">
            <a:avLst>
              <a:gd name="adj" fmla="val 3636"/>
            </a:avLst>
          </a:prstGeom>
          <a:solidFill>
            <a:srgbClr val="1E1B4B"/>
          </a:solidFill>
          <a:ln/>
          <a:effectLst>
            <a:outerShdw sx="100000" sy="100000" kx="0" ky="0" algn="bl" rotWithShape="0" blurRad="88900" dist="25400" dir="5400000">
              <a:srgbClr val="1E1B4B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806440" y="1783080"/>
            <a:ext cx="731520" cy="73152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965960"/>
            <a:ext cx="365760" cy="3657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806440" y="2651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806440" y="290779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Repetition &amp; Consistency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5806440" y="361188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7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the same colours, fonts and logo on every page. Consistency is what makes a design feel like a real, trustworthy brand.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ALONG · STEP BY STEP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 it in Canva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977640" cy="822960"/>
          </a:xfrm>
          <a:prstGeom prst="roundRect">
            <a:avLst>
              <a:gd name="adj" fmla="val 11111"/>
            </a:avLst>
          </a:prstGeom>
          <a:solidFill>
            <a:srgbClr val="F5F3FF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755648"/>
            <a:ext cx="420624" cy="42062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755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55448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your business or club and its name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3977640" cy="822960"/>
          </a:xfrm>
          <a:prstGeom prst="roundRect">
            <a:avLst>
              <a:gd name="adj" fmla="val 11111"/>
            </a:avLst>
          </a:prstGeom>
          <a:solidFill>
            <a:srgbClr val="F5F3FF"/>
          </a:solidFill>
          <a:ln/>
        </p:spPr>
      </p:sp>
      <p:sp>
        <p:nvSpPr>
          <p:cNvPr id="9" name="Shape 7"/>
          <p:cNvSpPr/>
          <p:nvPr/>
        </p:nvSpPr>
        <p:spPr>
          <a:xfrm>
            <a:off x="713232" y="2715768"/>
            <a:ext cx="420624" cy="42062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2715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251460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brand sheet: logo, colours, fonts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474720"/>
            <a:ext cx="3977640" cy="822960"/>
          </a:xfrm>
          <a:prstGeom prst="roundRect">
            <a:avLst>
              <a:gd name="adj" fmla="val 11111"/>
            </a:avLst>
          </a:prstGeom>
          <a:solidFill>
            <a:srgbClr val="F5F3FF"/>
          </a:solidFill>
          <a:ln/>
        </p:spPr>
      </p:sp>
      <p:sp>
        <p:nvSpPr>
          <p:cNvPr id="13" name="Shape 11"/>
          <p:cNvSpPr/>
          <p:nvPr/>
        </p:nvSpPr>
        <p:spPr>
          <a:xfrm>
            <a:off x="713232" y="3675888"/>
            <a:ext cx="420624" cy="42062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3675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80160" y="347472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 leaflet and create page 1 (the cover)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617720" y="1554480"/>
            <a:ext cx="3977640" cy="822960"/>
          </a:xfrm>
          <a:prstGeom prst="roundRect">
            <a:avLst>
              <a:gd name="adj" fmla="val 11111"/>
            </a:avLst>
          </a:prstGeom>
          <a:solidFill>
            <a:srgbClr val="F5F3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782312" y="1755648"/>
            <a:ext cx="420624" cy="42062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8" name="Text 16"/>
          <p:cNvSpPr/>
          <p:nvPr/>
        </p:nvSpPr>
        <p:spPr>
          <a:xfrm>
            <a:off x="4782312" y="1755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349240" y="155448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page 2 with the + button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617720" y="2514600"/>
            <a:ext cx="3977640" cy="822960"/>
          </a:xfrm>
          <a:prstGeom prst="roundRect">
            <a:avLst>
              <a:gd name="adj" fmla="val 11111"/>
            </a:avLst>
          </a:prstGeom>
          <a:solidFill>
            <a:srgbClr val="F5F3FF"/>
          </a:solidFill>
          <a:ln/>
        </p:spPr>
      </p:sp>
      <p:sp>
        <p:nvSpPr>
          <p:cNvPr id="21" name="Shape 19"/>
          <p:cNvSpPr/>
          <p:nvPr/>
        </p:nvSpPr>
        <p:spPr>
          <a:xfrm>
            <a:off x="4782312" y="2715768"/>
            <a:ext cx="420624" cy="42062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2" name="Text 20"/>
          <p:cNvSpPr/>
          <p:nvPr/>
        </p:nvSpPr>
        <p:spPr>
          <a:xfrm>
            <a:off x="4782312" y="2715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49240" y="251460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your brand colours and fonts on every page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617720" y="3474720"/>
            <a:ext cx="3977640" cy="822960"/>
          </a:xfrm>
          <a:prstGeom prst="roundRect">
            <a:avLst>
              <a:gd name="adj" fmla="val 11111"/>
            </a:avLst>
          </a:prstGeom>
          <a:solidFill>
            <a:srgbClr val="F5F3FF"/>
          </a:solidFill>
          <a:ln/>
        </p:spPr>
      </p:sp>
      <p:sp>
        <p:nvSpPr>
          <p:cNvPr id="25" name="Shape 23"/>
          <p:cNvSpPr/>
          <p:nvPr/>
        </p:nvSpPr>
        <p:spPr>
          <a:xfrm>
            <a:off x="4782312" y="3675888"/>
            <a:ext cx="420624" cy="42062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6" name="Text 24"/>
          <p:cNvSpPr/>
          <p:nvPr/>
        </p:nvSpPr>
        <p:spPr>
          <a:xfrm>
            <a:off x="4782312" y="3675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349240" y="347472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in your skills from Weeks 1–3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F46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TASK · 30 MIN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Capstone: Invent a Brand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804672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E1B4B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4884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 a business or club — a café, game studio, skate shop, eco charity or eSports team — and brand it.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14400" y="3520440"/>
            <a:ext cx="310896" cy="310896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520440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3456432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3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brand sheet (name, logo, colours, fonts) AND a leaflet of at least two pages.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know you’ve nailed it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514600" cy="2971800"/>
          </a:xfrm>
          <a:prstGeom prst="roundRect">
            <a:avLst>
              <a:gd name="adj" fmla="val 3636"/>
            </a:avLst>
          </a:prstGeom>
          <a:solidFill>
            <a:srgbClr val="F5F3FF"/>
          </a:solidFill>
          <a:ln/>
          <a:effectLst>
            <a:outerShdw sx="100000" sy="100000" kx="0" ky="0" algn="bl" rotWithShape="0" blurRad="88900" dist="25400" dir="5400000">
              <a:srgbClr val="1E1B4B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08760"/>
            <a:ext cx="2514600" cy="548640"/>
          </a:xfrm>
          <a:prstGeom prst="roundRect">
            <a:avLst>
              <a:gd name="adj" fmla="val 16667"/>
            </a:avLst>
          </a:prstGeom>
          <a:solidFill>
            <a:srgbClr val="4F46E5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74520"/>
            <a:ext cx="2514600" cy="18288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087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2402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business/club name and a simple logo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leaflet with at least 2 pages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colours &amp; fonts on every page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1508760"/>
            <a:ext cx="2514600" cy="2971800"/>
          </a:xfrm>
          <a:prstGeom prst="roundRect">
            <a:avLst>
              <a:gd name="adj" fmla="val 3636"/>
            </a:avLst>
          </a:prstGeom>
          <a:solidFill>
            <a:srgbClr val="F5F3FF"/>
          </a:solidFill>
          <a:ln/>
          <a:effectLst>
            <a:outerShdw sx="100000" sy="100000" kx="0" ky="0" algn="bl" rotWithShape="0" blurRad="88900" dist="25400" dir="5400000">
              <a:srgbClr val="1E1B4B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508760"/>
            <a:ext cx="2514600" cy="548640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/>
        </p:spPr>
      </p:sp>
      <p:sp>
        <p:nvSpPr>
          <p:cNvPr id="11" name="Shape 9"/>
          <p:cNvSpPr/>
          <p:nvPr/>
        </p:nvSpPr>
        <p:spPr>
          <a:xfrm>
            <a:off x="3291840" y="1874520"/>
            <a:ext cx="2514600" cy="1828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15087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20440" y="22402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hierarchy and readable text (Week 2)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and icons used well (Week 3)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Tidy alignment (Week 1)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35040" y="1508760"/>
            <a:ext cx="2514600" cy="2971800"/>
          </a:xfrm>
          <a:prstGeom prst="roundRect">
            <a:avLst>
              <a:gd name="adj" fmla="val 3636"/>
            </a:avLst>
          </a:prstGeom>
          <a:solidFill>
            <a:srgbClr val="F5F3FF"/>
          </a:solidFill>
          <a:ln/>
          <a:effectLst>
            <a:outerShdw sx="100000" sy="100000" kx="0" ky="0" algn="bl" rotWithShape="0" blurRad="88900" dist="25400" dir="5400000">
              <a:srgbClr val="1E1B4B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508760"/>
            <a:ext cx="2514600" cy="548640"/>
          </a:xfrm>
          <a:prstGeom prst="roundRect">
            <a:avLst>
              <a:gd name="adj" fmla="val 16667"/>
            </a:avLst>
          </a:prstGeom>
          <a:solidFill>
            <a:srgbClr val="9333EA"/>
          </a:solidFill>
          <a:ln/>
        </p:spPr>
      </p:sp>
      <p:sp>
        <p:nvSpPr>
          <p:cNvPr id="16" name="Shape 14"/>
          <p:cNvSpPr/>
          <p:nvPr/>
        </p:nvSpPr>
        <p:spPr>
          <a:xfrm>
            <a:off x="6035040" y="1874520"/>
            <a:ext cx="2514600" cy="18288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0" y="15087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63640" y="22402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catchy tagline or slogan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consistent “look” that feels like a real brand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PLENARY · 5 MIN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&amp; review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8046720" cy="1234440"/>
          </a:xfrm>
          <a:prstGeom prst="roundRect">
            <a:avLst>
              <a:gd name="adj" fmla="val 7407"/>
            </a:avLst>
          </a:prstGeom>
          <a:solidFill>
            <a:srgbClr val="2A266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7315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E5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Gallery walk: look at three other brands. Would you “buy” from them? What makes their brand convincing?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3200400"/>
            <a:ext cx="8046720" cy="1325880"/>
          </a:xfrm>
          <a:prstGeom prst="roundRect">
            <a:avLst>
              <a:gd name="adj" fmla="val 6897"/>
            </a:avLst>
          </a:pr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31012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QUESTION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584448"/>
            <a:ext cx="7223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one design skill you used from each of the four weeks.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Canva Week 4: Capstone: Invent a Brand</dc:title>
  <dc:subject>PptxGenJS Presentation</dc:subject>
  <dc:creator>Graveney School – Computing</dc:creator>
  <cp:lastModifiedBy>Graveney School – Computing</cp:lastModifiedBy>
  <cp:revision>1</cp:revision>
  <dcterms:created xsi:type="dcterms:W3CDTF">2026-06-09T14:02:58Z</dcterms:created>
  <dcterms:modified xsi:type="dcterms:W3CDTF">2026-06-09T14:02:58Z</dcterms:modified>
</cp:coreProperties>
</file>