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2: Awareness Campaign Poster. Core design idea: Contrast &amp; Hierarchy. This is a 50-minute, computer-based lesson on Canva. Class is new to Canva in Week 1; skills build across the four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E11D6B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1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DESIGN UNIT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Colour &amp; Typography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Campaign Poster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E11D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977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Computing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39776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Contrast &amp; Hierarchy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lesson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will be able to: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82496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910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colour palette that suits your message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32304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340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fonts and build a clear text hierarchy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82112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30906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contrast so your text is easy to read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486400" y="1143000"/>
            <a:ext cx="3108960" cy="3383280"/>
          </a:xfrm>
          <a:prstGeom prst="roundRect">
            <a:avLst>
              <a:gd name="adj" fmla="val 3529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7607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hour runs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779008" y="1783080"/>
            <a:ext cx="457200" cy="457200"/>
          </a:xfrm>
          <a:prstGeom prst="ellipse">
            <a:avLst/>
          </a:prstGeom>
          <a:solidFill>
            <a:srgbClr val="E11D6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8836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2512" y="1764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382512" y="2020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779008" y="2450592"/>
            <a:ext cx="457200" cy="457200"/>
          </a:xfrm>
          <a:prstGeom prst="ellipse">
            <a:avLst/>
          </a:prstGeom>
          <a:solidFill>
            <a:srgbClr val="E11D6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55117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82512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382512" y="2688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779008" y="3118104"/>
            <a:ext cx="457200" cy="457200"/>
          </a:xfrm>
          <a:prstGeom prst="ellipse">
            <a:avLst/>
          </a:prstGeom>
          <a:solidFill>
            <a:srgbClr val="E11D6B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321868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82512" y="3099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6382512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779008" y="3785616"/>
            <a:ext cx="457200" cy="457200"/>
          </a:xfrm>
          <a:prstGeom prst="ellipse">
            <a:avLst/>
          </a:prstGeom>
          <a:solidFill>
            <a:srgbClr val="E11D6B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388620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82512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382512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and mood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2651760"/>
          </a:xfrm>
          <a:prstGeom prst="roundRect">
            <a:avLst>
              <a:gd name="adj" fmla="val 4138"/>
            </a:avLst>
          </a:prstGeom>
          <a:solidFill>
            <a:srgbClr val="FCE7F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E11D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202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feeling does each colour give you? Match these to a mood: red, green, blue, yellow, black. Why might a charity choose certain colours over others?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&amp; type that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64592" cy="164592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721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palette of 2–3 colours that sit well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164592" cy="164592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21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maximum of 2 fonts — one bold, one simple.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164592" cy="164592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971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= heading (big) &gt; subheading &gt; body (small).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877056"/>
            <a:ext cx="164592" cy="164592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7216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dark text on light, or light on dark — never pale on pale.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0" y="146304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783080"/>
            <a:ext cx="731520" cy="731520"/>
          </a:xfrm>
          <a:prstGeom prst="ellipse">
            <a:avLst/>
          </a:prstGeom>
          <a:solidFill>
            <a:srgbClr val="E11D6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659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064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29077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&amp; Hierarchy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80644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most important words biggest and boldest, and use strong colour contrast so everything is easy to read.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· STEP BY STEP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in Canva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55648"/>
            <a:ext cx="420624" cy="420624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poster (blank or a simple template)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715768"/>
            <a:ext cx="420624" cy="420624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big, bold HEADLINE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675888"/>
            <a:ext cx="420624" cy="420624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smaller subheading and body text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15544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82312" y="1755648"/>
            <a:ext cx="420624" cy="420624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colour panel and apply a 2–3 colour palette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17720" y="2514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82312" y="2715768"/>
            <a:ext cx="420624" cy="420624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514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fonts — keep it to two at most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17720" y="347472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2312" y="3675888"/>
            <a:ext cx="420624" cy="420624"/>
          </a:xfrm>
          <a:prstGeom prst="ellipse">
            <a:avLst/>
          </a:prstGeom>
          <a:solidFill>
            <a:srgbClr val="E11D6B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474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“squint test”: can you still read the headline?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1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· 30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Campaign Poster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0467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awareness poster for a cause: anti-bullying, the environment, online safety, kindness or mental wellbeing.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310896" cy="310896"/>
          </a:xfrm>
          <a:prstGeom prst="ellipse">
            <a:avLst/>
          </a:prstGeom>
          <a:solidFill>
            <a:srgbClr val="E11D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204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45643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grab attention AND be easy to read from across a room.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know you’ve nailed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E11D6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2514600" cy="182880"/>
          </a:xfrm>
          <a:prstGeom prst="rect">
            <a:avLst/>
          </a:prstGeom>
          <a:solidFill>
            <a:srgbClr val="E11D6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headline that stands out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than 2 fonts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readable (good contrast)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874520"/>
            <a:ext cx="25146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2–3 colour palette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hierarchy: heading &gt; subheading &gt; body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9333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874520"/>
            <a:ext cx="2514600" cy="1828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that match the mood of your message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even spacing throughout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1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2A26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5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squint test: squint at your poster. Can you still read the headline? If not, make it bigger or bolder.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E11D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10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844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two fonts and explain why they work well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 Week 2: Awareness Campaign Poster</dc:title>
  <dc:subject>PptxGenJS Presentation</dc:subject>
  <dc:creator>Graveney School – Computing</dc:creator>
  <cp:lastModifiedBy>Graveney School – Computing</cp:lastModifiedBy>
  <cp:revision>1</cp:revision>
  <dcterms:created xsi:type="dcterms:W3CDTF">2026-06-09T14:02:58Z</dcterms:created>
  <dcterms:modified xsi:type="dcterms:W3CDTF">2026-06-09T14:02:58Z</dcterms:modified>
</cp:coreProperties>
</file>