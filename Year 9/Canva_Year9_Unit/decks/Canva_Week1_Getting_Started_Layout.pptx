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1: Design an Event Poster. Core design idea: Alignment &amp; White Space. This is a 50-minute, computer-based lesson on Canva. Class is new to Canva in Week 1; skills build across the four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D9488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DESIGN UNIT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Getting Started &amp; Layout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Event Poster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77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Computing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3977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Alignment &amp; White Space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will be able to: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2496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91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Canva and find your way around the editor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3230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poster by editing a ready-made template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8211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090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alignment and white space to make it look tidy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0" y="114300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7607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hour runs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79008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8836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2512" y="1764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82512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79008" y="24505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55117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82512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382512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79008" y="31181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2186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82512" y="3099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38251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779008" y="378561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388620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8251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382512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poster vs. bad poster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E6F5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02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two posters on the board. With the person next to you, name TWO things that make one work better than the other. Think about: is it easy to read? Is it crammed or clear?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Canva editor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721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design then search for “Poster” to start.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panel holds Templates, Elements, Text, Uploads.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71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saves automatically — no save button needed.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87705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21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guide lines pop up to help you line things up.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830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59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907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 White Space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things up and give your design room to breathe. Tidy spacing instantly makes a poster look professional.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· STEP BY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in Canva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5564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Canva with your school account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1576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a design and search “Poster”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67588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 you like the look of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175564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any text to edit it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82312" y="271576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items — watch for the purple alignment guides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1772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367588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→ Download → PNG to export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30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Event Poster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poster for an EVENT of your choice — a music festival, gaming tournament, sports day or film night.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45643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include the event name, date, time and place, plus one image.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you’ve nailed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251460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 template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ALL placeholder text with your event details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your poster as a PNG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74520"/>
            <a:ext cx="25146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colours or fonts to suit your event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alignment guides so things line up neatly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74520"/>
            <a:ext cx="2514600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or swapped an image or graphic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white space so it doesn’t look cramped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5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screens with a partner. Find ONE thing that lines up nicely and ONE thing they could tidy up.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10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“white space” mean, and why does it help a design?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Week 1: Design an Event Poster</dc:title>
  <dc:subject>PptxGenJS Presentation</dc:subject>
  <dc:creator>Graveney School – Computing</dc:creator>
  <cp:lastModifiedBy>Graveney School – Computing</cp:lastModifiedBy>
  <cp:revision>1</cp:revision>
  <dcterms:created xsi:type="dcterms:W3CDTF">2026-06-09T14:02:58Z</dcterms:created>
  <dcterms:modified xsi:type="dcterms:W3CDTF">2026-06-09T14:02:58Z</dcterms:modified>
</cp:coreProperties>
</file>