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3: “5 Facts About…” Infographic. Core design idea: Proximity &amp; Grouping. This is a 50-minute, computer-based lesson on Canva. Class is new to Canva in Week 1; skills build across the four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0" y="9144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D97706">
                    <a:alpha val="3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DESIGN UNIT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Images, Graphics &amp; Infographics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“5 Facts About…” Infographic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9776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Computing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66160" y="39776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 Proximity &amp; Grouping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lesson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you will be able to: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82496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59105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crop and adjust images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432304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23408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icons, shapes and grids to organise information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82112"/>
            <a:ext cx="237744" cy="2377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309067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information into a clear, easy-to-read infographic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5486400" y="1143000"/>
            <a:ext cx="3108960" cy="3383280"/>
          </a:xfrm>
          <a:prstGeom prst="roundRect">
            <a:avLst>
              <a:gd name="adj" fmla="val 3529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25400" dir="5400000">
              <a:srgbClr val="1E1B4B">
                <a:alpha val="16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576072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hour runs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779008" y="178308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188366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82512" y="17647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6382512" y="20208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779008" y="2450592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551176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382512" y="24323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skills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6382512" y="2688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5779008" y="3118104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9592" y="3218688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382512" y="30998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6382512" y="33558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5779008" y="3785616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9592" y="3886200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382512" y="37673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Plenary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382512" y="4023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· 5 MIN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wins?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046720" cy="2651760"/>
          </a:xfrm>
          <a:prstGeom prst="roundRect">
            <a:avLst>
              <a:gd name="adj" fmla="val 4138"/>
            </a:avLst>
          </a:prstGeom>
          <a:solidFill>
            <a:srgbClr val="FCEFD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822960" cy="82296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219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92024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two infographics on the board. Which is easier to understand at a glance, and why? Look at how the information is grouped and spaced.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SKILLS · 10 MIN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icons &amp; grids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47218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photo from Uploads or Canva’s Photos, then double-click to crop.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37744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22199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Elements panel has icons, shapes, lines and grids.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3127248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9718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each fact with an icon so it’s easy to scan.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3877056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372160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items and Group them so they move together.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0" y="1463040"/>
            <a:ext cx="3108960" cy="3017520"/>
          </a:xfrm>
          <a:prstGeom prst="roundRect">
            <a:avLst>
              <a:gd name="adj" fmla="val 3636"/>
            </a:avLst>
          </a:prstGeom>
          <a:solidFill>
            <a:srgbClr val="1E1B4B"/>
          </a:solidFill>
          <a:ln/>
          <a:effectLst>
            <a:outerShdw sx="100000" sy="100000" kx="0" ky="0" algn="bl" rotWithShape="0" blurRad="88900" dist="25400" dir="5400000">
              <a:srgbClr val="1E1B4B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06440" y="1783080"/>
            <a:ext cx="731520" cy="73152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96596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806440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06440" y="290779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&amp; Grouping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5806440" y="36118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related things close together. When a fact and its icon sit as a group, your reader understands it instantly.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· STEP BY STEP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it in Canva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55648"/>
            <a:ext cx="420624" cy="42062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design (try “Infographic”)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715768"/>
            <a:ext cx="420624" cy="42062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5146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clear title at the top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3675888"/>
            <a:ext cx="420624" cy="42062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4747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Elements for icons that match your topic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17720" y="155448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782312" y="1755648"/>
            <a:ext cx="420624" cy="42062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4782312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49240" y="15544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each fact next to its icon (keep them close!)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617720" y="251460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782312" y="2715768"/>
            <a:ext cx="420624" cy="42062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4782312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251460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same icon style and colours throughout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617720" y="3474720"/>
            <a:ext cx="3977640" cy="822960"/>
          </a:xfrm>
          <a:prstGeom prst="roundRect">
            <a:avLst>
              <a:gd name="adj" fmla="val 11111"/>
            </a:avLst>
          </a:prstGeom>
          <a:solidFill>
            <a:srgbClr val="F5F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782312" y="3675888"/>
            <a:ext cx="420624" cy="42062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4782312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34747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add a simple chart from Elements → Charts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 · 30 MIN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“5 Facts About…” Infographic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804672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E1B4B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infographic titled “5 facts about ___” on a topic you choose: a hobby, animal, sport, country or game.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3520440"/>
            <a:ext cx="310896" cy="310896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52044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3456432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have a title and exactly five facts, each paired with an icon or image.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know you’ve nailed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14600" cy="2971800"/>
          </a:xfrm>
          <a:prstGeom prst="roundRect">
            <a:avLst>
              <a:gd name="adj" fmla="val 3636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25400" dir="5400000">
              <a:srgbClr val="1E1B4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2514600" cy="54864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2514600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title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5 facts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fact paired with an icon or image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514600" cy="2971800"/>
          </a:xfrm>
          <a:prstGeom prst="roundRect">
            <a:avLst>
              <a:gd name="adj" fmla="val 3636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25400" dir="5400000">
              <a:srgbClr val="1E1B4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508760"/>
            <a:ext cx="2514600" cy="54864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874520"/>
            <a:ext cx="2514600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508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2402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items grouped together (proximity)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icon style and colour scheme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514600" cy="2971800"/>
          </a:xfrm>
          <a:prstGeom prst="roundRect">
            <a:avLst>
              <a:gd name="adj" fmla="val 3636"/>
            </a:avLst>
          </a:prstGeom>
          <a:solidFill>
            <a:srgbClr val="F5F3FF"/>
          </a:solidFill>
          <a:ln/>
          <a:effectLst>
            <a:outerShdw sx="100000" sy="100000" kx="0" ky="0" algn="bl" rotWithShape="0" blurRad="88900" dist="25400" dir="5400000">
              <a:srgbClr val="1E1B4B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508760"/>
            <a:ext cx="2514600" cy="548640"/>
          </a:xfrm>
          <a:prstGeom prst="roundRect">
            <a:avLst>
              <a:gd name="adj" fmla="val 16667"/>
            </a:avLst>
          </a:prstGeom>
          <a:solidFill>
            <a:srgbClr val="9333EA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0" y="1874520"/>
            <a:ext cx="2514600" cy="18288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508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22402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chart or data visual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3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grid layout to keep everything neat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PLENARY · 5 MIN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&amp; review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046720" cy="1234440"/>
          </a:xfrm>
          <a:prstGeom prst="roundRect">
            <a:avLst>
              <a:gd name="adj" fmla="val 7407"/>
            </a:avLst>
          </a:prstGeom>
          <a:solidFill>
            <a:srgbClr val="2A266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E5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partner your infographic for 10 seconds only. Can they tell you the topic and one fact?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8046720" cy="1325880"/>
          </a:xfrm>
          <a:prstGeom prst="roundRect">
            <a:avLst>
              <a:gd name="adj" fmla="val 6897"/>
            </a:avLst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1012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QUESTION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584448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“proximity” mean in design, and why does it help the reader?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Canva Week 3: “5 Facts About…” Infographic</dc:title>
  <dc:subject>PptxGenJS Presentation</dc:subject>
  <dc:creator>Graveney School – Computing</dc:creator>
  <cp:lastModifiedBy>Graveney School – Computing</cp:lastModifiedBy>
  <cp:revision>1</cp:revision>
  <dcterms:created xsi:type="dcterms:W3CDTF">2026-06-09T14:02:58Z</dcterms:created>
  <dcterms:modified xsi:type="dcterms:W3CDTF">2026-06-09T14:02:58Z</dcterms:modified>
</cp:coreProperties>
</file>